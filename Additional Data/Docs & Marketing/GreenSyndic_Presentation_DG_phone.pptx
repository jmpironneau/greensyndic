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</p:sldIdLst>
  <p:sldSz cx="4937125" cy="8778875"/>
  <p:notesSz cx="8778875" cy="49371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361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4698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mpir/dev/GreenSyndic/Backend/GreenSyndic.Api/wwwroot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2560320"/>
            <a:ext cx="3200400" cy="3200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5943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City Bassam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6309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COFIPRI — Mars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mpir/dev/GreenSyndic/Backend/GreenSyndic.Api/wwwroot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0" y="27432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45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Applications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27432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plateforme complète pour la gestion de copropriété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365760" y="2926080"/>
            <a:ext cx="4206240" cy="1097280"/>
          </a:xfrm>
          <a:prstGeom prst="roundRect">
            <a:avLst>
              <a:gd name="adj" fmla="val 12500"/>
            </a:avLst>
          </a:prstGeom>
          <a:solidFill>
            <a:srgbClr val="388E3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48640" y="3108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Locataire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Loyer, quittances, signalements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4297680"/>
            <a:ext cx="4206240" cy="1097280"/>
          </a:xfrm>
          <a:prstGeom prst="roundRect">
            <a:avLst>
              <a:gd name="adj" fmla="val 12500"/>
            </a:avLst>
          </a:prstGeom>
          <a:solidFill>
            <a:srgbClr val="43A04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48640" y="4480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Propriétaire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4892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Compte, charges, documents, vote AG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5669280"/>
            <a:ext cx="4206240" cy="1097280"/>
          </a:xfrm>
          <a:prstGeom prst="roundRect">
            <a:avLst>
              <a:gd name="adj" fmla="val 12500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48640" y="5852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Syndic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263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: incidents, VTI, impayés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7040880"/>
            <a:ext cx="4206240" cy="1097280"/>
          </a:xfrm>
          <a:prstGeom prst="roundRect">
            <a:avLst>
              <a:gd name="adj" fmla="val 12500"/>
            </a:avLst>
          </a:prstGeom>
          <a:solidFill>
            <a:srgbClr val="66BB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48640" y="7223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Desktop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8640" y="7635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Back-office complet (PC uniquement)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mpir/dev/GreenSyndic/Backend/GreenSyndic.Api/wwwroot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0" y="228600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Locataire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274320" y="4389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Mobile — Loyer, quittances, signalements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Accueil</a:t>
            </a:r>
            <a:endParaRPr lang="en-US" sz="1800" dirty="0"/>
          </a:p>
        </p:txBody>
      </p:sp>
      <p:pic>
        <p:nvPicPr>
          <p:cNvPr id="3" name="Image 0" descr="C:\Users\jmpir\dev\GreenSyndic\Additional Data\screenshots\15_mob_loc_accueil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31520"/>
            <a:ext cx="45720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loyer</a:t>
            </a:r>
            <a:endParaRPr lang="en-US" sz="1800" dirty="0"/>
          </a:p>
        </p:txBody>
      </p:sp>
      <p:pic>
        <p:nvPicPr>
          <p:cNvPr id="3" name="Image 0" descr="C:\Users\jmpir\dev\GreenSyndic\Additional Data\screenshots\16_mob_loc_loye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31520"/>
            <a:ext cx="45720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Signaler un problème</a:t>
            </a:r>
            <a:endParaRPr lang="en-US" sz="1800" dirty="0"/>
          </a:p>
        </p:txBody>
      </p:sp>
      <p:pic>
        <p:nvPicPr>
          <p:cNvPr id="3" name="Image 0" descr="C:\Users\jmpir\dev\GreenSyndic\Additional Data\screenshots\16b_mob_loc_signale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31520"/>
            <a:ext cx="45720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documents</a:t>
            </a:r>
            <a:endParaRPr lang="en-US" sz="1800" dirty="0"/>
          </a:p>
        </p:txBody>
      </p:sp>
      <p:pic>
        <p:nvPicPr>
          <p:cNvPr id="3" name="Image 0" descr="C:\Users\jmpir\dev\GreenSyndic\Additional Data\screenshots\16c_mob_loc_document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31520"/>
            <a:ext cx="45720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mpir/dev/GreenSyndic/Backend/GreenSyndic.Api/wwwroot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0" y="228600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Propriétaire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274320" y="4389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Mobile — Compte, charges, documents, vote AG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Accueil</a:t>
            </a:r>
            <a:endParaRPr lang="en-US" sz="1800" dirty="0"/>
          </a:p>
        </p:txBody>
      </p:sp>
      <p:pic>
        <p:nvPicPr>
          <p:cNvPr id="3" name="Image 0" descr="C:\Users\jmpir\dev\GreenSyndic\Additional Data\screenshots\12_mob_proprio_accueil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31520"/>
            <a:ext cx="45720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compte</a:t>
            </a:r>
            <a:endParaRPr lang="en-US" sz="1800" dirty="0"/>
          </a:p>
        </p:txBody>
      </p:sp>
      <p:pic>
        <p:nvPicPr>
          <p:cNvPr id="3" name="Image 0" descr="C:\Users\jmpir\dev\GreenSyndic\Additional Data\screenshots\13_mob_proprio_compt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31520"/>
            <a:ext cx="45720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Signaler un incident</a:t>
            </a:r>
            <a:endParaRPr lang="en-US" sz="1800" dirty="0"/>
          </a:p>
        </p:txBody>
      </p:sp>
      <p:pic>
        <p:nvPicPr>
          <p:cNvPr id="3" name="Image 0" descr="C:\Users\jmpir\dev\GreenSyndic\Additional Data\screenshots\14_mob_proprio_signale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31520"/>
            <a:ext cx="45720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documents</a:t>
            </a:r>
            <a:endParaRPr lang="en-US" sz="1800" dirty="0"/>
          </a:p>
        </p:txBody>
      </p:sp>
      <p:pic>
        <p:nvPicPr>
          <p:cNvPr id="3" name="Image 0" descr="C:\Users\jmpir\dev\GreenSyndic\Additional Data\screenshots\14b_mob_proprio_document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31520"/>
            <a:ext cx="45720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mpir/dev/GreenSyndic/Backend/GreenSyndic.Api/wwwroot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0" y="228600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Syndic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274320" y="4389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Terrain — Incidents, VTI, impayés,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00" dirty="0"/>
          </a:p>
        </p:txBody>
      </p:sp>
      <p:pic>
        <p:nvPicPr>
          <p:cNvPr id="3" name="Image 0" descr="C:\Users\jmpir\dev\GreenSyndic\Additional Data\screenshots\09_mob_syndic_dashboar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31520"/>
            <a:ext cx="45720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</a:t>
            </a:r>
            <a:endParaRPr lang="en-US" sz="1800" dirty="0"/>
          </a:p>
        </p:txBody>
      </p:sp>
      <p:pic>
        <p:nvPicPr>
          <p:cNvPr id="3" name="Image 0" descr="C:\Users\jmpir\dev\GreenSyndic\Additional Data\screenshots\10_mob_syndic_incident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31520"/>
            <a:ext cx="45720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Visite Technique (VTI)</a:t>
            </a:r>
            <a:endParaRPr lang="en-US" sz="1800" dirty="0"/>
          </a:p>
        </p:txBody>
      </p:sp>
      <p:pic>
        <p:nvPicPr>
          <p:cNvPr id="3" name="Image 0" descr="C:\Users\jmpir\dev\GreenSyndic\Additional Data\screenshots\11_mob_syndic_vti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31520"/>
            <a:ext cx="45720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Impayés</a:t>
            </a:r>
            <a:endParaRPr lang="en-US" sz="1800" dirty="0"/>
          </a:p>
        </p:txBody>
      </p:sp>
      <p:pic>
        <p:nvPicPr>
          <p:cNvPr id="3" name="Image 0" descr="C:\Users\jmpir\dev\GreenSyndic\Additional Data\screenshots\11b_mob_syndic_impaye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31520"/>
            <a:ext cx="45720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800" dirty="0"/>
          </a:p>
        </p:txBody>
      </p:sp>
      <p:pic>
        <p:nvPicPr>
          <p:cNvPr id="3" name="Image 0" descr="C:\Users\jmpir\dev\GreenSyndic\Additional Data\screenshots\11c_mob_syndic_validatio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31520"/>
            <a:ext cx="45720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mpir/dev/GreenSyndic/Backend/GreenSyndic.Api/wwwroot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0" y="137160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9260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Desktop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274320" y="35661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Back-office complet de gestion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31520" y="457200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B7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731520" y="4572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Exclusivement sur PC Desktop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écran large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5760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Tournez votre téléphone pour voir les écrans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Tournez votre téléphone</a:t>
            </a:r>
            <a:endParaRPr lang="en-US" sz="1100" dirty="0"/>
          </a:p>
        </p:txBody>
      </p:sp>
      <p:pic>
        <p:nvPicPr>
          <p:cNvPr id="4" name="Image 0" descr="C:\Users\jmpir\dev\GreenSyndic\Additional Data\screenshots\02_desk_dashboard_rotate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1005840"/>
            <a:ext cx="4572000" cy="74980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Lots &amp; Immeubles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Tournez votre téléphone</a:t>
            </a:r>
            <a:endParaRPr lang="en-US" sz="1100" dirty="0"/>
          </a:p>
        </p:txBody>
      </p:sp>
      <p:pic>
        <p:nvPicPr>
          <p:cNvPr id="4" name="Image 0" descr="C:\Users\jmpir\dev\GreenSyndic\Additional Data\screenshots\03_desk_lots_rotate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1005840"/>
            <a:ext cx="4572000" cy="7498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Comptabilité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Tournez votre téléphone</a:t>
            </a:r>
            <a:endParaRPr lang="en-US" sz="1100" dirty="0"/>
          </a:p>
        </p:txBody>
      </p:sp>
      <p:pic>
        <p:nvPicPr>
          <p:cNvPr id="4" name="Image 0" descr="C:\Users\jmpir\dev\GreenSyndic\Additional Data\screenshots\04_desk_compta_rotate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1005840"/>
            <a:ext cx="4572000" cy="74980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Tournez votre téléphone</a:t>
            </a:r>
            <a:endParaRPr lang="en-US" sz="1100" dirty="0"/>
          </a:p>
        </p:txBody>
      </p:sp>
      <p:pic>
        <p:nvPicPr>
          <p:cNvPr id="4" name="Image 0" descr="C:\Users\jmpir\dev\GreenSyndic\Additional Data\screenshots\05_desk_incidents_rotate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1005840"/>
            <a:ext cx="4572000" cy="74980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mpir/dev/GreenSyndic/Backend/GreenSyndic.Api/wwwroot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54480" y="137160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4747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0" y="4206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City Bassam — COFIPRI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371600" y="4937760"/>
            <a:ext cx="2194560" cy="0"/>
          </a:xfrm>
          <a:prstGeom prst="line">
            <a:avLst/>
          </a:prstGeom>
          <a:noFill/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0" y="5212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admin@greensyndic.ci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5577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https://gestiongreensyndic.entreezen.com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193</Words>
  <Application>Microsoft Office PowerPoint</Application>
  <PresentationFormat>Custom</PresentationFormat>
  <Paragraphs>72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COFIPRI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GreenSyndic</dc:creator>
  <cp:lastModifiedBy>Jean-Marie Pironneau</cp:lastModifiedBy>
  <cp:revision>2</cp:revision>
  <dcterms:created xsi:type="dcterms:W3CDTF">2026-03-25T15:17:41Z</dcterms:created>
  <dcterms:modified xsi:type="dcterms:W3CDTF">2026-03-25T15:19:06Z</dcterms:modified>
</cp:coreProperties>
</file>